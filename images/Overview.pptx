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wdp" ContentType="image/vnd.ms-photo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5"/>
  </p:notesMasterIdLst>
  <p:sldIdLst>
    <p:sldId id="280" r:id="rId2"/>
    <p:sldId id="269" r:id="rId3"/>
    <p:sldId id="276" r:id="rId4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736B66"/>
    <a:srgbClr val="93968C"/>
    <a:srgbClr val="727A76"/>
    <a:srgbClr val="818482"/>
    <a:srgbClr val="787C7A"/>
    <a:srgbClr val="868B8C"/>
    <a:srgbClr val="70756E"/>
    <a:srgbClr val="A6ADAB"/>
    <a:srgbClr val="00285F"/>
    <a:srgbClr val="0C0301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3918" autoAdjust="0"/>
    <p:restoredTop sz="94660"/>
  </p:normalViewPr>
  <p:slideViewPr>
    <p:cSldViewPr snapToGrid="0">
      <p:cViewPr varScale="1">
        <p:scale>
          <a:sx n="107" d="100"/>
          <a:sy n="107" d="100"/>
        </p:scale>
        <p:origin x="1308" y="10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viewProps" Target="view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presProps" Target="presProps.xml"/><Relationship Id="rId5" Type="http://schemas.openxmlformats.org/officeDocument/2006/relationships/notesMaster" Target="notesMasters/notesMaster1.xml"/><Relationship Id="rId4" Type="http://schemas.openxmlformats.org/officeDocument/2006/relationships/slide" Target="slides/slide3.xml"/><Relationship Id="rId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E53DD059-ECC1-4529-8207-5F5A979D279F}" type="datetimeFigureOut">
              <a:rPr lang="en-US" smtClean="0"/>
              <a:t>12/4/2025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F87518BB-78E7-4383-A8D5-60B77902090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56099922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3" Type="http://schemas.microsoft.com/office/2007/relationships/hdphoto" Target="../media/hdphoto1.wdp"/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Picture 9">
            <a:extLst>
              <a:ext uri="{FF2B5EF4-FFF2-40B4-BE49-F238E27FC236}">
                <a16:creationId xmlns:a16="http://schemas.microsoft.com/office/drawing/2014/main" id="{3A4E91B1-1F49-E037-2CEA-5F3C3EF3B763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duotone>
              <a:prstClr val="black"/>
              <a:srgbClr val="D9C3A5">
                <a:tint val="50000"/>
                <a:satMod val="180000"/>
              </a:srgbClr>
            </a:duotone>
          </a:blip>
          <a:srcRect t="15542"/>
          <a:stretch/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739753FE-EC1D-52D8-DA4A-AF93D8FA4F46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355BF011-5015-8CB8-80D4-150D609E89F5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FEDA2D1-5023-7D29-E2D0-180355EFA00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F36F2E6-1806-4461-B043-FDAD0D9A52EB}" type="datetimeFigureOut">
              <a:rPr lang="en-US" smtClean="0"/>
              <a:t>12/4/2025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BB423CF-9BEB-57D3-61F4-84E70D96A0B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9FDE267-7D29-5170-2987-7E666FD1261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7126F74-D7CB-4AA3-81E7-DD86EA40CF5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0800018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>
            <a:extLst>
              <a:ext uri="{FF2B5EF4-FFF2-40B4-BE49-F238E27FC236}">
                <a16:creationId xmlns:a16="http://schemas.microsoft.com/office/drawing/2014/main" id="{9E157161-FB9D-DAF4-C17E-CF0B7BC2379F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BEBA8EAE-BF5A-486C-A8C5-ECC9F3942E4B}">
                <a14:imgProps xmlns:a14="http://schemas.microsoft.com/office/drawing/2010/main">
                  <a14:imgLayer r:embed="rId3">
                    <a14:imgEffect>
                      <a14:brightnessContrast bright="-20000" contrast="40000"/>
                    </a14:imgEffect>
                  </a14:imgLayer>
                </a14:imgProps>
              </a:ext>
            </a:extLst>
          </a:blip>
          <a:srcRect b="16176"/>
          <a:stretch/>
        </p:blipFill>
        <p:spPr>
          <a:xfrm>
            <a:off x="0" y="-1"/>
            <a:ext cx="12192000" cy="6858001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D942994F-C8F8-DF08-F8DD-BB8E0EE96AF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27162D5-C948-4655-8378-B5F3E95DC55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C1A3418-0AAA-3284-0A2F-982B3BDBB78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F36F2E6-1806-4461-B043-FDAD0D9A52EB}" type="datetimeFigureOut">
              <a:rPr lang="en-US" smtClean="0"/>
              <a:t>12/4/2025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5AD5466-02DB-E887-1AFB-4F1FCFA8CAC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7C5EFCC-10AF-7FBD-FC6A-14591B6B0C3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7126F74-D7CB-4AA3-81E7-DD86EA40CF5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4095027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1D8AC44-9510-9306-A1A1-036EF415E41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0F4855EF-8485-D482-5367-7A75ABE2B0C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F549723-1B2E-5E88-1871-0D1593B054E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F36F2E6-1806-4461-B043-FDAD0D9A52EB}" type="datetimeFigureOut">
              <a:rPr lang="en-US" smtClean="0"/>
              <a:t>12/4/2025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A99F50D-67D1-2288-3073-A1EE4A81B9C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5EBC472-214A-4A07-671B-1DD7829266C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7126F74-D7CB-4AA3-81E7-DD86EA40CF5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2905266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2A98414-4098-71E3-7F72-01E3AECD305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7B0826C-DD54-33C2-8AEF-3BE0599B615D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5B4D1826-0BFF-DB71-BFB6-C2043466F75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C821472E-002D-3EBE-511F-7922A3B35F6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F36F2E6-1806-4461-B043-FDAD0D9A52EB}" type="datetimeFigureOut">
              <a:rPr lang="en-US" smtClean="0"/>
              <a:t>12/4/2025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7A5FDE30-9718-21F3-FD85-B82F0D171D0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5BC084B2-5F89-B845-7715-317FD4BBDF0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7126F74-D7CB-4AA3-81E7-DD86EA40CF5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430364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5BF7A8D-316D-D149-0EF5-943895BA69A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D554ED4F-B469-4615-15FD-07703D8B1B8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D5BA3D3E-F061-0856-82A8-F40C04D386A8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75B6E25E-A474-D031-6DC0-C9B9A2A59515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05F30765-B29A-8B0C-3222-2B3A57826E4A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353E7169-A337-F22F-A4DE-5ACE414AD5A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F36F2E6-1806-4461-B043-FDAD0D9A52EB}" type="datetimeFigureOut">
              <a:rPr lang="en-US" smtClean="0"/>
              <a:t>12/4/2025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199ED96E-8492-0186-9448-28B004E13CD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30EF20C8-3696-AD98-0E0B-C4106E22EB2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7126F74-D7CB-4AA3-81E7-DD86EA40CF5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25145852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FFAC82D-63B7-8799-0A66-7CE4004ECDD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BD97BF82-6C00-3028-BAA6-D59AEAA76BD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F36F2E6-1806-4461-B043-FDAD0D9A52EB}" type="datetimeFigureOut">
              <a:rPr lang="en-US" smtClean="0"/>
              <a:t>12/4/2025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819A9AEC-61E0-27B3-EE4D-328E2CE8616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41EB3CED-28C7-6969-0AE2-4F799BE2B49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7126F74-D7CB-4AA3-81E7-DD86EA40CF5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00240647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84220EA1-3BB0-AF31-E23E-3A2F26244AC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F36F2E6-1806-4461-B043-FDAD0D9A52EB}" type="datetimeFigureOut">
              <a:rPr lang="en-US" smtClean="0"/>
              <a:t>12/4/2025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B056B9C9-19D0-E249-80C4-8A08579AFF9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7DE7855-F8C3-2FD1-C28C-F34E4904423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7126F74-D7CB-4AA3-81E7-DD86EA40CF5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08359316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BB1F602-66DC-FD4E-CDFD-7E9A1264894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20349DE-9DE7-6A76-9826-6B83C7F5200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E66CF088-F64B-F954-2842-78BDE8170ED9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EC6A1A9F-0CB4-3C72-3BEE-31B7A4C1411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F36F2E6-1806-4461-B043-FDAD0D9A52EB}" type="datetimeFigureOut">
              <a:rPr lang="en-US" smtClean="0"/>
              <a:t>12/4/2025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AEB9AB02-646B-F7C4-BE43-69626693BBF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104ACF1D-3A80-2DD3-CD75-FD758152DE8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7126F74-D7CB-4AA3-81E7-DD86EA40CF5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79051548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B617791-66F6-ECCB-9773-34012E68AD7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DE451E10-7D25-E2D5-969F-7DB5E56AE46D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7FA4E035-BD04-46F8-1E19-8A464D984D34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FC8777DC-E8CE-D5C0-C2D4-2F550F05E86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F36F2E6-1806-4461-B043-FDAD0D9A52EB}" type="datetimeFigureOut">
              <a:rPr lang="en-US" smtClean="0"/>
              <a:t>12/4/2025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A71E4188-4DD6-0145-18BB-1176C3C5FBA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20D31754-47C6-B528-2129-735A81B8F9D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7126F74-D7CB-4AA3-81E7-DD86EA40CF5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1621846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FD4F8A2-D2B8-5DEE-81D6-CBC05118FE4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37B1E80A-9DD4-B9D8-AFEC-7E73A3FCEE40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E6F3147-958C-632C-F3FF-9B0DFD35A07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F36F2E6-1806-4461-B043-FDAD0D9A52EB}" type="datetimeFigureOut">
              <a:rPr lang="en-US" smtClean="0"/>
              <a:t>12/4/2025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6076874-8EB4-FDF0-A19B-905E92F6235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EE77375-B552-E4C4-5F2D-D2037C91061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7126F74-D7CB-4AA3-81E7-DD86EA40CF5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7417857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A3D8A721-D0FE-51F2-D398-2F897F785DB6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225BA318-8541-9B66-FE69-A3EE10F5F014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081C2FF-F4F1-313C-B632-8FD9929221C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F36F2E6-1806-4461-B043-FDAD0D9A52EB}" type="datetimeFigureOut">
              <a:rPr lang="en-US" smtClean="0"/>
              <a:t>12/4/2025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F944635-DF64-A2A9-C3A7-16BDB34837F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AC503AB-2409-BCFD-164F-15EC683F43C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7126F74-D7CB-4AA3-81E7-DD86EA40CF5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3544531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30BFA904-31AD-545E-67EF-A42BD5A089D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FA2B6A24-E50B-BC46-9BE8-A54F51C2C97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17E302A-790F-7A7B-D701-463B32DEFA3D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6F36F2E6-1806-4461-B043-FDAD0D9A52EB}" type="datetimeFigureOut">
              <a:rPr lang="en-US" smtClean="0"/>
              <a:t>12/4/2025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55E54F4-06AE-7C66-7714-5A99E27D06ED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4107E5F-898B-6D30-87BB-A49636C916C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F7126F74-D7CB-4AA3-81E7-DD86EA40CF5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404538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youtube.com/watch?v=c2QXoPemYSE" TargetMode="External"/><Relationship Id="rId2" Type="http://schemas.openxmlformats.org/officeDocument/2006/relationships/hyperlink" Target="https://www.aphis.usda.gov/sites/default/files/appendix-g-aging-horse.pdf" TargetMode="Externa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31E2749C-A97D-F2FA-5CEA-187CB38AB370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ubtitle 4">
            <a:extLst>
              <a:ext uri="{FF2B5EF4-FFF2-40B4-BE49-F238E27FC236}">
                <a16:creationId xmlns:a16="http://schemas.microsoft.com/office/drawing/2014/main" id="{DAB3C135-4581-89D3-4148-55C17FAEBB5A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03382233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>
            <a:extLst>
              <a:ext uri="{FF2B5EF4-FFF2-40B4-BE49-F238E27FC236}">
                <a16:creationId xmlns:a16="http://schemas.microsoft.com/office/drawing/2014/main" id="{EF74EE5C-5AE5-86E2-8BFD-16480659A5FE}"/>
              </a:ext>
            </a:extLst>
          </p:cNvPr>
          <p:cNvSpPr/>
          <p:nvPr/>
        </p:nvSpPr>
        <p:spPr>
          <a:xfrm>
            <a:off x="0" y="0"/>
            <a:ext cx="12192000" cy="414068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Sources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692B188C-E290-6E0B-152A-856E81408BA9}"/>
              </a:ext>
            </a:extLst>
          </p:cNvPr>
          <p:cNvSpPr txBox="1"/>
          <p:nvPr/>
        </p:nvSpPr>
        <p:spPr>
          <a:xfrm>
            <a:off x="476250" y="414068"/>
            <a:ext cx="5076825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/>
              <a:t>Buckscore (BSD)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200" dirty="0">
                <a:hlinkClick r:id="rId2"/>
              </a:rPr>
              <a:t>USDA</a:t>
            </a:r>
            <a:endParaRPr lang="en-US" sz="1200" dirty="0">
              <a:hlinkClick r:id="rId3"/>
            </a:endParaRPr>
          </a:p>
        </p:txBody>
      </p:sp>
    </p:spTree>
    <p:extLst>
      <p:ext uri="{BB962C8B-B14F-4D97-AF65-F5344CB8AC3E}">
        <p14:creationId xmlns:p14="http://schemas.microsoft.com/office/powerpoint/2010/main" val="4271893007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Rectangle 139">
            <a:extLst>
              <a:ext uri="{FF2B5EF4-FFF2-40B4-BE49-F238E27FC236}">
                <a16:creationId xmlns:a16="http://schemas.microsoft.com/office/drawing/2014/main" id="{88C25ABC-7DA7-9EC1-0FE4-387A38060427}"/>
              </a:ext>
            </a:extLst>
          </p:cNvPr>
          <p:cNvSpPr/>
          <p:nvPr/>
        </p:nvSpPr>
        <p:spPr>
          <a:xfrm>
            <a:off x="2757513" y="3596714"/>
            <a:ext cx="6794089" cy="3010703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CFD58CF9-C81E-DAE4-012C-5E18C6068DF3}"/>
              </a:ext>
            </a:extLst>
          </p:cNvPr>
          <p:cNvSpPr/>
          <p:nvPr/>
        </p:nvSpPr>
        <p:spPr>
          <a:xfrm>
            <a:off x="3737701" y="250583"/>
            <a:ext cx="4833711" cy="3010702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749663947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10470</TotalTime>
  <Words>6</Words>
  <Application>Microsoft Office PowerPoint</Application>
  <PresentationFormat>Widescreen</PresentationFormat>
  <Paragraphs>3</Paragraphs>
  <Slides>3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</vt:i4>
      </vt:variant>
    </vt:vector>
  </HeadingPairs>
  <TitlesOfParts>
    <vt:vector size="7" baseType="lpstr">
      <vt:lpstr>Aptos</vt:lpstr>
      <vt:lpstr>Aptos Display</vt:lpstr>
      <vt:lpstr>Arial</vt:lpstr>
      <vt:lpstr>Office Theme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Aaron Pung</dc:creator>
  <cp:lastModifiedBy>Aaron Pung</cp:lastModifiedBy>
  <cp:revision>74</cp:revision>
  <dcterms:created xsi:type="dcterms:W3CDTF">2025-06-25T00:20:08Z</dcterms:created>
  <dcterms:modified xsi:type="dcterms:W3CDTF">2025-12-04T12:35:53Z</dcterms:modified>
</cp:coreProperties>
</file>