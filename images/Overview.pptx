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0" r:id="rId2"/>
    <p:sldId id="269" r:id="rId3"/>
    <p:sldId id="27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6B66"/>
    <a:srgbClr val="93968C"/>
    <a:srgbClr val="727A76"/>
    <a:srgbClr val="818482"/>
    <a:srgbClr val="787C7A"/>
    <a:srgbClr val="868B8C"/>
    <a:srgbClr val="70756E"/>
    <a:srgbClr val="A6ADAB"/>
    <a:srgbClr val="00285F"/>
    <a:srgbClr val="0C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DD059-ECC1-4529-8207-5F5A979D279F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7518BB-78E7-4383-A8D5-60B77902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9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QXoPemYSE" TargetMode="External"/><Relationship Id="rId2" Type="http://schemas.openxmlformats.org/officeDocument/2006/relationships/hyperlink" Target="https://www.aphis.usda.gov/sites/default/files/appendix-g-aging-horse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74EE5C-5AE5-86E2-8BFD-16480659A5FE}"/>
              </a:ext>
            </a:extLst>
          </p:cNvPr>
          <p:cNvSpPr/>
          <p:nvPr/>
        </p:nvSpPr>
        <p:spPr>
          <a:xfrm>
            <a:off x="0" y="0"/>
            <a:ext cx="12192000" cy="414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B188C-E290-6E0B-152A-856E81408BA9}"/>
              </a:ext>
            </a:extLst>
          </p:cNvPr>
          <p:cNvSpPr txBox="1"/>
          <p:nvPr/>
        </p:nvSpPr>
        <p:spPr>
          <a:xfrm>
            <a:off x="476250" y="414068"/>
            <a:ext cx="507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Buckscore (BSD)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2"/>
              </a:rPr>
              <a:t>USDA</a:t>
            </a:r>
            <a:endParaRPr lang="en-US" sz="1200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27189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2" y="250584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10462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73</cp:revision>
  <dcterms:created xsi:type="dcterms:W3CDTF">2025-06-25T00:20:08Z</dcterms:created>
  <dcterms:modified xsi:type="dcterms:W3CDTF">2025-12-03T12:30:53Z</dcterms:modified>
</cp:coreProperties>
</file>