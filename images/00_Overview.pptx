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80" r:id="rId2"/>
    <p:sldId id="276" r:id="rId3"/>
    <p:sldId id="281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36B66"/>
    <a:srgbClr val="93968C"/>
    <a:srgbClr val="727A76"/>
    <a:srgbClr val="818482"/>
    <a:srgbClr val="787C7A"/>
    <a:srgbClr val="868B8C"/>
    <a:srgbClr val="70756E"/>
    <a:srgbClr val="A6ADAB"/>
    <a:srgbClr val="00285F"/>
    <a:srgbClr val="0C03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918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30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3DD059-ECC1-4529-8207-5F5A979D279F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7518BB-78E7-4383-A8D5-60B779020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0999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A4E91B1-1F49-E037-2CEA-5F3C3EF3B7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rgbClr val="D9C3A5">
                <a:tint val="50000"/>
                <a:satMod val="180000"/>
              </a:srgbClr>
            </a:duotone>
          </a:blip>
          <a:srcRect t="1554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39753FE-EC1D-52D8-DA4A-AF93D8FA4F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5BF011-5015-8CB8-80D4-150D609E89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EDA2D1-5023-7D29-E2D0-180355EFA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6F2E6-1806-4461-B043-FDAD0D9A52EB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B423CF-9BEB-57D3-61F4-84E70D96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FDE267-7D29-5170-2987-7E666FD12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26F74-D7CB-4AA3-81E7-DD86EA40C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000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E157161-FB9D-DAF4-C17E-CF0B7BC2379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rcRect b="16176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942994F-C8F8-DF08-F8DD-BB8E0EE96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162D5-C948-4655-8378-B5F3E95DC5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1A3418-0AAA-3284-0A2F-982B3BDBB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6F2E6-1806-4461-B043-FDAD0D9A52EB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AD5466-02DB-E887-1AFB-4F1FCFA8C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C5EFCC-10AF-7FBD-FC6A-14591B6B0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26F74-D7CB-4AA3-81E7-DD86EA40C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950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8AC44-9510-9306-A1A1-036EF415E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4855EF-8485-D482-5367-7A75ABE2B0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549723-1B2E-5E88-1871-0D1593B05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6F2E6-1806-4461-B043-FDAD0D9A52EB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99F50D-67D1-2288-3073-A1EE4A81B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EBC472-214A-4A07-671B-1DD782926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26F74-D7CB-4AA3-81E7-DD86EA40C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052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98414-4098-71E3-7F72-01E3AECD3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B0826C-DD54-33C2-8AEF-3BE0599B61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4D1826-0BFF-DB71-BFB6-C2043466F7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21472E-002D-3EBE-511F-7922A3B35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6F2E6-1806-4461-B043-FDAD0D9A52EB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5FDE30-9718-21F3-FD85-B82F0D171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C084B2-5F89-B845-7715-317FD4BBD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26F74-D7CB-4AA3-81E7-DD86EA40C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0364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F7A8D-316D-D149-0EF5-943895BA6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54ED4F-B469-4615-15FD-07703D8B1B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BA3D3E-F061-0856-82A8-F40C04D386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B6E25E-A474-D031-6DC0-C9B9A2A595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F30765-B29A-8B0C-3222-2B3A57826E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3E7169-A337-F22F-A4DE-5ACE414AD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6F2E6-1806-4461-B043-FDAD0D9A52EB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9ED96E-8492-0186-9448-28B004E13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EF20C8-3696-AD98-0E0B-C4106E22E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26F74-D7CB-4AA3-81E7-DD86EA40C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145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AC82D-63B7-8799-0A66-7CE4004EC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97BF82-6C00-3028-BAA6-D59AEAA76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6F2E6-1806-4461-B043-FDAD0D9A52EB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9A9AEC-61E0-27B3-EE4D-328E2CE86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EB3CED-28C7-6969-0AE2-4F799BE2B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26F74-D7CB-4AA3-81E7-DD86EA40C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240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220EA1-3BB0-AF31-E23E-3A2F26244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6F2E6-1806-4461-B043-FDAD0D9A52EB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56B9C9-19D0-E249-80C4-8A08579AF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DE7855-F8C3-2FD1-C28C-F34E49044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26F74-D7CB-4AA3-81E7-DD86EA40C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359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1F602-66DC-FD4E-CDFD-7E9A12648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0349DE-9DE7-6A76-9826-6B83C7F520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6CF088-F64B-F954-2842-78BDE8170E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6A1A9F-0CB4-3C72-3BEE-31B7A4C14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6F2E6-1806-4461-B043-FDAD0D9A52EB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B9AB02-646B-F7C4-BE43-69626693B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4ACF1D-3A80-2DD3-CD75-FD758152D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26F74-D7CB-4AA3-81E7-DD86EA40C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0515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17791-66F6-ECCB-9773-34012E68A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451E10-7D25-E2D5-969F-7DB5E56AE4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A4E035-BD04-46F8-1E19-8A464D984D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8777DC-E8CE-D5C0-C2D4-2F550F05E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6F2E6-1806-4461-B043-FDAD0D9A52EB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1E4188-4DD6-0145-18BB-1176C3C5F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D31754-47C6-B528-2129-735A81B8F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26F74-D7CB-4AA3-81E7-DD86EA40C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218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4F8A2-D2B8-5DEE-81D6-CBC05118F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B1E80A-9DD4-B9D8-AFEC-7E73A3FCEE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6F3147-958C-632C-F3FF-9B0DFD35A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6F2E6-1806-4461-B043-FDAD0D9A52EB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076874-8EB4-FDF0-A19B-905E92F62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E77375-B552-E4C4-5F2D-D2037C910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26F74-D7CB-4AA3-81E7-DD86EA40C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178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D8A721-D0FE-51F2-D398-2F897F785D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5BA318-8541-9B66-FE69-A3EE10F5F0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81C2FF-F4F1-313C-B632-8FD992922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6F2E6-1806-4461-B043-FDAD0D9A52EB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944635-DF64-A2A9-C3A7-16BDB3483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C503AB-2409-BCFD-164F-15EC683F4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26F74-D7CB-4AA3-81E7-DD86EA40C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4453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BFA904-31AD-545E-67EF-A42BD5A08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2B6A24-E50B-BC46-9BE8-A54F51C2C9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7E302A-790F-7A7B-D701-463B32DEFA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36F2E6-1806-4461-B043-FDAD0D9A52EB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5E54F4-06AE-7C66-7714-5A99E27D06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107E5F-898B-6D30-87BB-A49636C916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126F74-D7CB-4AA3-81E7-DD86EA40C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45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phis.usda.gov/sites/default/files/appendix-g-aging-horse.pdf" TargetMode="External"/><Relationship Id="rId2" Type="http://schemas.openxmlformats.org/officeDocument/2006/relationships/hyperlink" Target="https://saddleupcolorado.net/blog/aging-your-horse-who-knew-teeth-would-give-it-away/?srsltid=AfmBOopS1Ne2I_kBEgYrL5PhaNBHJuKOTRydq13zn3_pqUbb0SL3Qvji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semanticscholar.org/paper/Galvayne%E2%80%99s-groove-and-the-presence-of-a-hook-on-the-Muylle-Loon/37df6a8556070546a0fc3c30d616f4ac6b3f819f?fbclid=IwY2xjawOjob5leHRuA2FlbQIxMABicmlkETFCbFpzbkRMNEx1Z0sxaURlc3J0YwZhcHBfaWQQMjIyMDM5MTc4ODIwMDg5MgABHvZiUdY4EW8jyiP7T2OHh5qvHIx7cwbUEIsl4Hj_gXMcOZfsQZDL-3BL43df_aem_1e7rUUXIZeu0p-_QWK4AfQ#extracted" TargetMode="External"/><Relationship Id="rId4" Type="http://schemas.openxmlformats.org/officeDocument/2006/relationships/hyperlink" Target="https://extension.usu.edu/equine/research/aging-horses-by-their-teeth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E2749C-A97D-F2FA-5CEA-187CB38AB3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DAB3C135-4581-89D3-4148-55C17FAEBB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3822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Rectangle 139">
            <a:extLst>
              <a:ext uri="{FF2B5EF4-FFF2-40B4-BE49-F238E27FC236}">
                <a16:creationId xmlns:a16="http://schemas.microsoft.com/office/drawing/2014/main" id="{88C25ABC-7DA7-9EC1-0FE4-387A38060427}"/>
              </a:ext>
            </a:extLst>
          </p:cNvPr>
          <p:cNvSpPr/>
          <p:nvPr/>
        </p:nvSpPr>
        <p:spPr>
          <a:xfrm>
            <a:off x="2757513" y="3596714"/>
            <a:ext cx="6794089" cy="30107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FD58CF9-C81E-DAE4-012C-5E18C6068DF3}"/>
              </a:ext>
            </a:extLst>
          </p:cNvPr>
          <p:cNvSpPr/>
          <p:nvPr/>
        </p:nvSpPr>
        <p:spPr>
          <a:xfrm>
            <a:off x="3737701" y="250583"/>
            <a:ext cx="4833711" cy="30107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9663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94A1429-232A-71DC-75BC-5CEF3708F9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7291230"/>
              </p:ext>
            </p:extLst>
          </p:nvPr>
        </p:nvGraphicFramePr>
        <p:xfrm>
          <a:off x="176306" y="154889"/>
          <a:ext cx="3083877" cy="2194560"/>
        </p:xfrm>
        <a:graphic>
          <a:graphicData uri="http://schemas.openxmlformats.org/drawingml/2006/table">
            <a:tbl>
              <a:tblPr firstRow="1" bandRow="1">
                <a:tableStyleId>{91EBBBCC-DAD2-459C-BE2E-F6DE35CF9A28}</a:tableStyleId>
              </a:tblPr>
              <a:tblGrid>
                <a:gridCol w="1529080">
                  <a:extLst>
                    <a:ext uri="{9D8B030D-6E8A-4147-A177-3AD203B41FA5}">
                      <a16:colId xmlns:a16="http://schemas.microsoft.com/office/drawing/2014/main" val="1825704403"/>
                    </a:ext>
                  </a:extLst>
                </a:gridCol>
                <a:gridCol w="724217">
                  <a:extLst>
                    <a:ext uri="{9D8B030D-6E8A-4147-A177-3AD203B41FA5}">
                      <a16:colId xmlns:a16="http://schemas.microsoft.com/office/drawing/2014/main" val="400312001"/>
                    </a:ext>
                  </a:extLst>
                </a:gridCol>
                <a:gridCol w="830580">
                  <a:extLst>
                    <a:ext uri="{9D8B030D-6E8A-4147-A177-3AD203B41FA5}">
                      <a16:colId xmlns:a16="http://schemas.microsoft.com/office/drawing/2014/main" val="2439833727"/>
                    </a:ext>
                  </a:extLst>
                </a:gridCol>
              </a:tblGrid>
              <a:tr h="196947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Supplier</a:t>
                      </a:r>
                      <a:endParaRPr 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Acronym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Resources</a:t>
                      </a:r>
                      <a:endParaRPr 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8796949"/>
                  </a:ext>
                </a:extLst>
              </a:tr>
              <a:tr h="196947">
                <a:tc>
                  <a:txBody>
                    <a:bodyPr/>
                    <a:lstStyle/>
                    <a:p>
                      <a:pPr algn="ctr"/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Saddle Up Colorado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SUC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2"/>
                        </a:rPr>
                        <a:t>1</a:t>
                      </a: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5786886"/>
                  </a:ext>
                </a:extLst>
              </a:tr>
              <a:tr h="196947">
                <a:tc>
                  <a:txBody>
                    <a:bodyPr/>
                    <a:lstStyle/>
                    <a:p>
                      <a:pPr algn="ctr"/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U.S. Dept. of Agriculture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USDA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hlinkClick r:id="rId3"/>
                        </a:rPr>
                        <a:t>1</a:t>
                      </a:r>
                      <a:r>
                        <a:rPr lang="en-US" sz="1000" dirty="0"/>
                        <a:t>, </a:t>
                      </a:r>
                      <a:endParaRPr 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7813798"/>
                  </a:ext>
                </a:extLst>
              </a:tr>
              <a:tr h="196947">
                <a:tc>
                  <a:txBody>
                    <a:bodyPr/>
                    <a:lstStyle/>
                    <a:p>
                      <a:pPr algn="ctr"/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Utah State University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USU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hlinkClick r:id="rId4"/>
                        </a:rPr>
                        <a:t>1</a:t>
                      </a:r>
                      <a:r>
                        <a:rPr lang="en-US" sz="1000" dirty="0"/>
                        <a:t>, </a:t>
                      </a:r>
                      <a:endParaRPr 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3433202"/>
                  </a:ext>
                </a:extLst>
              </a:tr>
              <a:tr h="196947">
                <a:tc>
                  <a:txBody>
                    <a:bodyPr/>
                    <a:lstStyle/>
                    <a:p>
                      <a:pPr algn="ctr"/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Ghent University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GHU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5"/>
                        </a:rPr>
                        <a:t>1</a:t>
                      </a: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8622261"/>
                  </a:ext>
                </a:extLst>
              </a:tr>
              <a:tr h="196947">
                <a:tc>
                  <a:txBody>
                    <a:bodyPr/>
                    <a:lstStyle/>
                    <a:p>
                      <a:pPr algn="ctr"/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447646"/>
                  </a:ext>
                </a:extLst>
              </a:tr>
              <a:tr h="196947">
                <a:tc>
                  <a:txBody>
                    <a:bodyPr/>
                    <a:lstStyle/>
                    <a:p>
                      <a:pPr algn="ctr"/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1744404"/>
                  </a:ext>
                </a:extLst>
              </a:tr>
              <a:tr h="196947">
                <a:tc>
                  <a:txBody>
                    <a:bodyPr/>
                    <a:lstStyle/>
                    <a:p>
                      <a:pPr algn="ctr"/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2803493"/>
                  </a:ext>
                </a:extLst>
              </a:tr>
              <a:tr h="196947">
                <a:tc>
                  <a:txBody>
                    <a:bodyPr/>
                    <a:lstStyle/>
                    <a:p>
                      <a:pPr algn="ctr"/>
                      <a:endParaRPr lang="en-US" sz="10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06003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41579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10506</TotalTime>
  <Words>31</Words>
  <Application>Microsoft Office PowerPoint</Application>
  <PresentationFormat>Widescreen</PresentationFormat>
  <Paragraphs>15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Aaron Pung</dc:creator>
  <cp:lastModifiedBy>Aaron Pung</cp:lastModifiedBy>
  <cp:revision>77</cp:revision>
  <dcterms:created xsi:type="dcterms:W3CDTF">2025-06-25T00:20:08Z</dcterms:created>
  <dcterms:modified xsi:type="dcterms:W3CDTF">2025-12-08T12:31:55Z</dcterms:modified>
</cp:coreProperties>
</file>