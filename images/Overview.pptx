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0" r:id="rId2"/>
    <p:sldId id="269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6B66"/>
    <a:srgbClr val="93968C"/>
    <a:srgbClr val="727A76"/>
    <a:srgbClr val="818482"/>
    <a:srgbClr val="787C7A"/>
    <a:srgbClr val="868B8C"/>
    <a:srgbClr val="70756E"/>
    <a:srgbClr val="A6ADAB"/>
    <a:srgbClr val="00285F"/>
    <a:srgbClr val="0C0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DD059-ECC1-4529-8207-5F5A979D279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518BB-78E7-4383-A8D5-60B77902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9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4E91B1-1F49-E037-2CEA-5F3C3EF3B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55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9753FE-EC1D-52D8-DA4A-AF93D8FA4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F011-5015-8CB8-80D4-150D609E8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DA2D1-5023-7D29-E2D0-180355EF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23CF-9BEB-57D3-61F4-84E70D96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E267-7D29-5170-2987-7E666FD1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0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157161-FB9D-DAF4-C17E-CF0B7BC23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b="16176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2994F-C8F8-DF08-F8DD-BB8E0EE9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62D5-C948-4655-8378-B5F3E95DC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A3418-0AAA-3284-0A2F-982B3BDB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D5466-02DB-E887-1AFB-4F1FCFA8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EFCC-10AF-7FBD-FC6A-14591B6B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AC44-9510-9306-A1A1-036EF41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55EF-8485-D482-5367-7A75ABE2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49723-1B2E-5E88-1871-0D1593B0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9F50D-67D1-2288-3073-A1EE4A8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C472-214A-4A07-671B-1DD78292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5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8414-4098-71E3-7F72-01E3AECD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826C-DD54-33C2-8AEF-3BE0599B6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D1826-0BFF-DB71-BFB6-C2043466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1472E-002D-3EBE-511F-7922A3B3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DE30-9718-21F3-FD85-B82F0D17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084B2-5F89-B845-7715-317FD4BB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7A8D-316D-D149-0EF5-943895BA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4ED4F-B469-4615-15FD-07703D8B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A3D3E-F061-0856-82A8-F40C04D38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6E25E-A474-D031-6DC0-C9B9A2A59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30765-B29A-8B0C-3222-2B3A57826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E7169-A337-F22F-A4DE-5ACE414A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ED96E-8492-0186-9448-28B004E1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F20C8-3696-AD98-0E0B-C4106E22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4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C82D-63B7-8799-0A66-7CE4004E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7BF82-6C00-3028-BAA6-D59AEAA7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A9AEC-61E0-27B3-EE4D-328E2CE8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B3CED-28C7-6969-0AE2-4F799BE2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20EA1-3BB0-AF31-E23E-3A2F2624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6B9C9-19D0-E249-80C4-8A08579A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E7855-F8C3-2FD1-C28C-F34E4904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5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F602-66DC-FD4E-CDFD-7E9A1264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349DE-9DE7-6A76-9826-6B83C7F5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CF088-F64B-F954-2842-78BDE8170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A1A9F-0CB4-3C72-3BEE-31B7A4C1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AB02-646B-F7C4-BE43-69626693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CF1D-3A80-2DD3-CD75-FD758152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7791-66F6-ECCB-9773-34012E68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51E10-7D25-E2D5-969F-7DB5E56AE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4E035-BD04-46F8-1E19-8A464D98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777DC-E8CE-D5C0-C2D4-2F550F05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E4188-4DD6-0145-18BB-1176C3C5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31754-47C6-B528-2129-735A81B8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1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F8A2-D2B8-5DEE-81D6-CBC0511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1E80A-9DD4-B9D8-AFEC-7E73A3FCE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3147-958C-632C-F3FF-9B0DFD35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6874-8EB4-FDF0-A19B-905E92F6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77375-B552-E4C4-5F2D-D2037C91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7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8A721-D0FE-51F2-D398-2F897F785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BA318-8541-9B66-FE69-A3EE10F5F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C2FF-F4F1-313C-B632-8FD99292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44635-DF64-A2A9-C3A7-16BDB348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03AB-2409-BCFD-164F-15EC683F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4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FA904-31AD-545E-67EF-A42BD5A0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6A24-E50B-BC46-9BE8-A54F51C2C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302A-790F-7A7B-D701-463B32DEF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6F2E6-1806-4461-B043-FDAD0D9A52E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E54F4-06AE-7C66-7714-5A99E27D0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7E5F-898B-6D30-87BB-A49636C9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2QXoPemYSE" TargetMode="External"/><Relationship Id="rId2" Type="http://schemas.openxmlformats.org/officeDocument/2006/relationships/hyperlink" Target="https://www.aphis.usda.gov/sites/default/files/appendix-g-aging-horse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E2749C-A97D-F2FA-5CEA-187CB38AB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B3C135-4581-89D3-4148-55C17FAEB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74EE5C-5AE5-86E2-8BFD-16480659A5FE}"/>
              </a:ext>
            </a:extLst>
          </p:cNvPr>
          <p:cNvSpPr/>
          <p:nvPr/>
        </p:nvSpPr>
        <p:spPr>
          <a:xfrm>
            <a:off x="0" y="0"/>
            <a:ext cx="12192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B188C-E290-6E0B-152A-856E81408BA9}"/>
              </a:ext>
            </a:extLst>
          </p:cNvPr>
          <p:cNvSpPr txBox="1"/>
          <p:nvPr/>
        </p:nvSpPr>
        <p:spPr>
          <a:xfrm>
            <a:off x="476250" y="414068"/>
            <a:ext cx="507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Buckscore (BSD)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USDA</a:t>
            </a:r>
            <a:endParaRPr lang="en-US" sz="1200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7189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88C25ABC-7DA7-9EC1-0FE4-387A38060427}"/>
              </a:ext>
            </a:extLst>
          </p:cNvPr>
          <p:cNvSpPr/>
          <p:nvPr/>
        </p:nvSpPr>
        <p:spPr>
          <a:xfrm>
            <a:off x="2757513" y="3596714"/>
            <a:ext cx="6794089" cy="3010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D58CF9-C81E-DAE4-012C-5E18C6068DF3}"/>
              </a:ext>
            </a:extLst>
          </p:cNvPr>
          <p:cNvSpPr/>
          <p:nvPr/>
        </p:nvSpPr>
        <p:spPr>
          <a:xfrm>
            <a:off x="3737702" y="250584"/>
            <a:ext cx="4833711" cy="3010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66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10446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Pung</dc:creator>
  <cp:lastModifiedBy>Aaron Pung</cp:lastModifiedBy>
  <cp:revision>72</cp:revision>
  <dcterms:created xsi:type="dcterms:W3CDTF">2025-06-25T00:20:08Z</dcterms:created>
  <dcterms:modified xsi:type="dcterms:W3CDTF">2025-12-02T12:10:52Z</dcterms:modified>
</cp:coreProperties>
</file>